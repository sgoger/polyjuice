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Appeler Klaus Müller au +49 30 12345678.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Projet Atlas — </a:t>
            </a:r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Paulina </a:t>
            </a:r>
            <a:pPr indent="0" marL="0">
              <a:buNone/>
            </a:pPr>
            <a:r>
              <a:rPr lang="en-US" sz="2800" b="1" dirty="0">
                <a:solidFill>
                  <a:srgbClr val="C00000"/>
                </a:solidFill>
              </a:rPr>
              <a:t>Kowalski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Contact : p.kowalski@example.org, 06 12 34 56 78</a:t>
            </a:r>
            <a:endParaRPr lang="en-US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4114800"/>
            <a:ext cx="457200" cy="457200"/>
          </a:xfrm>
          <a:prstGeom prst="rect">
            <a:avLst/>
          </a:prstGeom>
        </p:spPr>
      </p:pic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Nom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E-mail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Jean Dupont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jean.dupont@example.fr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grpSp>
        <p:nvGrpSpPr>
          <p:cNvPr id="100" name="Groupe 1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101" name="Texte groupe"/>
            <p:cNvSpPr txBox="1"/>
            <p:nvPr/>
          </p:nvSpPr>
          <p:spPr>
            <a:xfrm>
              <a:off x="457200" y="3800000"/>
              <a:ext cx="3000000" cy="400000"/>
            </a:xfrm>
            <a:prstGeom prst="rect">
              <a:avLst/>
            </a:prstGeom>
          </p:spPr>
          <p:txBody>
            <a:bodyPr/>
            <a:lstStyle/>
            <a:p>
              <a:r>
                <a:rPr lang="fr-FR"/>
                <a:t>Équipe : Emily Clarke</a:t>
              </a:r>
            </a:p>
          </p:txBody>
        </p:sp>
        <p:grpSp>
          <p:nvGrpSpPr>
            <p:cNvPr id="102" name="Groupe imbriqué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103" name="Texte imbriqué"/>
              <p:cNvSpPr txBox="1"/>
              <p:nvPr/>
            </p:nvSpPr>
            <p:spPr>
              <a:xfrm>
                <a:off x="457200" y="4300000"/>
                <a:ext cx="3000000" cy="400000"/>
              </a:xfrm>
              <a:prstGeom prst="rect">
                <a:avLst/>
              </a:prstGeom>
            </p:spPr>
            <p:txBody>
              <a:bodyPr/>
              <a:lstStyle/>
              <a:p>
                <a:r>
                  <a:rPr lang="fr-FR"/>
                  <a:t>Écrire à o.hughes@example.co.uk</a:t>
                </a:r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IBAN : DE89 3704 0044 0532 0130 00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Exemple SA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Atlas</dc:title>
  <dc:subject>PptxGenJS Presentation</dc:subject>
  <dc:creator>Paulina Kowalski</dc:creator>
  <cp:lastModifiedBy>Paulina Kowalski</cp:lastModifiedBy>
  <cp:revision>1</cp:revision>
  <dcterms:created xsi:type="dcterms:W3CDTF">2026-01-01T00:00:00Z</dcterms:created>
  <dcterms:modified xsi:type="dcterms:W3CDTF">2026-01-01T00:00:00Z</dcterms:modified>
</cp:coreProperties>
</file>